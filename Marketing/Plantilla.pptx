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5FCF"/>
    <a:srgbClr val="0B4F8A"/>
    <a:srgbClr val="2D7A7A"/>
    <a:srgbClr val="AA7C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10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A769D-B1B0-0128-B2F9-95536AD2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4C3543-FEEE-DDD1-2DE7-E2DF78096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0A5758-9F5F-7CD5-35EE-8CC8E190A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50A3-9140-4024-8DAF-8D9AD219F5D0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2ABC20-87F2-A810-FBC7-6A533BE38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62FDDA-51F9-3F55-B2E8-52295FE2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C5193-ED73-49CE-A325-5998C1E9C0B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D4D3A-3E79-FACD-E84A-361FAB6FE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2969C2-CC56-A5CB-3D91-4287644A3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BF3D09-8EB7-6A6B-EA0E-AC6F83753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50A3-9140-4024-8DAF-8D9AD219F5D0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B21A5F-AF7F-53BB-879E-C0EE8F5BB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9C044B-2B44-FBE5-FFD5-4561D7A3A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C5193-ED73-49CE-A325-5998C1E9C0B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416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04531-8248-0607-83EA-4E9FFFF7B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24203C-4A4F-750C-2526-B4E7608F0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9D39AF-3C48-30DB-BD8F-BF3667645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50A3-9140-4024-8DAF-8D9AD219F5D0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9AB701-585A-6C2B-5090-78B809602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27D218-EEE1-354E-4FD9-5B6617AC4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C5193-ED73-49CE-A325-5998C1E9C0B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240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6AE392-5D84-D2A8-5BF1-5F14EE1FB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9A7E3B-F547-9FF9-C85F-8BB9866EE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B81137-1F25-319D-F634-E4532CD2B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3D4171-18F5-4982-6069-9EA0BF57A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50A3-9140-4024-8DAF-8D9AD219F5D0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E5AE39-5A73-9D09-893D-8F6637AE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2CACBE-C6AE-B7DD-919E-CC2EFD48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C5193-ED73-49CE-A325-5998C1E9C0B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12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5FA66-9132-0C1E-45FD-94D964F21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9C278C-3572-DB00-DA32-634AEBE64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9DA0A0-47F5-21E2-5EF6-465532DA8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BAFE2D-01BA-F89B-8C04-B3C3B5682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94141C3-A3F3-A522-76AE-D37DA7B3C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7CE89AB-FE8C-A88A-D503-FCA3F9A03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50A3-9140-4024-8DAF-8D9AD219F5D0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B8389E-A119-1D7F-A4E4-10A11609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8555AB2-EBE4-9170-7D1D-B7B807FC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C5193-ED73-49CE-A325-5998C1E9C0B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94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8E449-8DB4-32A8-E894-6924D967E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2C64CE-E4B9-3275-1289-7F0D6E72E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50A3-9140-4024-8DAF-8D9AD219F5D0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0BD89E-040F-516D-0CDA-9C3677005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03F43D-1B8D-E92A-8FB4-FF1781B84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C5193-ED73-49CE-A325-5998C1E9C0B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07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DAAB3E8-C7FD-C892-406F-E42AEC39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50A3-9140-4024-8DAF-8D9AD219F5D0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053498-F477-D3AD-AC05-FFC11FD6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515457-32FB-FD00-A4F1-AAC36685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C5193-ED73-49CE-A325-5998C1E9C0B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400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C75A4-9793-1D04-4C58-65A45FB50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D83F35-2996-A49C-93D5-7B759D38E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AD5EBD-FE19-D7E3-4A6E-D6A2812FD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B9754E-8A37-F85F-8DFF-0DD42BD78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50A3-9140-4024-8DAF-8D9AD219F5D0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7C5A68-59FE-BDB1-5B94-143D98BF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F1534E-0FC9-5967-58D7-447A2D17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C5193-ED73-49CE-A325-5998C1E9C0B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66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86C469-9E32-B767-1CF9-FE0CC5BAD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249A70-E681-9026-B866-C1F74D058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A9F3B6-A2AB-D600-3137-74CF370CF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5E18BD-BCCE-A8A1-39D0-A6DAF450A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50A3-9140-4024-8DAF-8D9AD219F5D0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D9389D-4CDE-BB41-70D7-59CD1C4B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CF15DC-9A2B-145E-7903-C7FDD376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C5193-ED73-49CE-A325-5998C1E9C0B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155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19757-9551-49B8-4ACB-9A658F48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B5FA1-7406-3F4F-037E-49F23620E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0E43AC-AABA-F670-C675-BC17A2006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50A3-9140-4024-8DAF-8D9AD219F5D0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ED15D5-A28D-E4EC-8BE1-65474C60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CF8B4F-5A7E-FED2-6E1A-A5C94395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C5193-ED73-49CE-A325-5998C1E9C0B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835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38A03D-F619-76A3-5A98-01A781FF8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961D4D2-13FB-6945-1F48-FE33623F7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676DDB-8762-CCED-FC67-EEB50B54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50A3-9140-4024-8DAF-8D9AD219F5D0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663094-DF4A-9B0D-8FBB-1E700959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A3B191-3866-F07D-75C2-6F91729E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C5193-ED73-49CE-A325-5998C1E9C0B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31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48BB54A-EA9A-FD86-AE24-9E5FEB0C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3DBBE4-6740-5296-8711-58215618B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FB3184-E5F6-D8A1-8340-FCA0B1379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F50A3-9140-4024-8DAF-8D9AD219F5D0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18B7A9-7875-DE48-C596-3AE8CB008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15CD51-C017-D0EA-15D8-A52C2887A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C5193-ED73-49CE-A325-5998C1E9C0B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33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5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7D22FD95-41AB-F333-DC9A-17EB006AA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268" y="-60738"/>
            <a:ext cx="1169125" cy="116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41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4F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165BB347-A3A6-DA39-7708-521178401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268" y="-60738"/>
            <a:ext cx="1169125" cy="116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9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29A2786-EDF8-FB65-36AA-DD9194A4F5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>
              <a:latin typeface="Montserrat SemiBold" pitchFamily="2" charset="0"/>
            </a:endParaRP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00A536D7-9CE8-0517-9E16-BD06372E17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>
              <a:latin typeface="Montserrat Light" pitchFamily="2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1B6D87F3-24EE-BBDC-A4EA-B52355389BCE}"/>
              </a:ext>
            </a:extLst>
          </p:cNvPr>
          <p:cNvGrpSpPr/>
          <p:nvPr/>
        </p:nvGrpSpPr>
        <p:grpSpPr>
          <a:xfrm>
            <a:off x="0" y="104806"/>
            <a:ext cx="12326983" cy="6753194"/>
            <a:chOff x="0" y="104806"/>
            <a:chExt cx="12326983" cy="6753194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33714E8D-A7A3-50CC-508F-DA166E1C985B}"/>
                </a:ext>
              </a:extLst>
            </p:cNvPr>
            <p:cNvSpPr/>
            <p:nvPr/>
          </p:nvSpPr>
          <p:spPr>
            <a:xfrm>
              <a:off x="0" y="6486525"/>
              <a:ext cx="6096000" cy="371475"/>
            </a:xfrm>
            <a:prstGeom prst="rect">
              <a:avLst/>
            </a:prstGeom>
            <a:solidFill>
              <a:srgbClr val="0B4F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63A5753-50D5-6F31-D611-93D2341FD434}"/>
                </a:ext>
              </a:extLst>
            </p:cNvPr>
            <p:cNvSpPr/>
            <p:nvPr/>
          </p:nvSpPr>
          <p:spPr>
            <a:xfrm>
              <a:off x="6096000" y="6486525"/>
              <a:ext cx="6096000" cy="371475"/>
            </a:xfrm>
            <a:prstGeom prst="rect">
              <a:avLst/>
            </a:prstGeom>
            <a:solidFill>
              <a:srgbClr val="7B5F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" name="Imagen 2" descr="Imagen que contiene luz&#10;&#10;El contenido generado por IA puede ser incorrecto.">
              <a:extLst>
                <a:ext uri="{FF2B5EF4-FFF2-40B4-BE49-F238E27FC236}">
                  <a16:creationId xmlns:a16="http://schemas.microsoft.com/office/drawing/2014/main" id="{EA440B5C-B316-FDB9-7706-1D72E238A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560" b="39671"/>
            <a:stretch>
              <a:fillRect/>
            </a:stretch>
          </p:blipFill>
          <p:spPr>
            <a:xfrm>
              <a:off x="10668000" y="104806"/>
              <a:ext cx="1658983" cy="543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4260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18728-C2B0-ECD6-3F99-886F97604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1F3F6AB-6865-C00E-FB56-868434EBFA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>
              <a:latin typeface="Montserrat SemiBold" pitchFamily="2" charset="0"/>
            </a:endParaRP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080DD548-A693-337B-1A7F-6F685EF119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>
              <a:latin typeface="Montserrat Light" pitchFamily="2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FFBDE73-B2E0-4EAE-80DF-A12B775BE0D1}"/>
              </a:ext>
            </a:extLst>
          </p:cNvPr>
          <p:cNvGrpSpPr/>
          <p:nvPr/>
        </p:nvGrpSpPr>
        <p:grpSpPr>
          <a:xfrm>
            <a:off x="0" y="104806"/>
            <a:ext cx="12326983" cy="6753194"/>
            <a:chOff x="0" y="104806"/>
            <a:chExt cx="12326983" cy="6753194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50BD5201-9AE6-8818-EAE4-CDC8F2532372}"/>
                </a:ext>
              </a:extLst>
            </p:cNvPr>
            <p:cNvSpPr/>
            <p:nvPr/>
          </p:nvSpPr>
          <p:spPr>
            <a:xfrm>
              <a:off x="0" y="6486525"/>
              <a:ext cx="6096000" cy="371475"/>
            </a:xfrm>
            <a:prstGeom prst="rect">
              <a:avLst/>
            </a:prstGeom>
            <a:solidFill>
              <a:srgbClr val="0B4F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62B46C6-4A5A-2797-07E7-0167EB1A9661}"/>
                </a:ext>
              </a:extLst>
            </p:cNvPr>
            <p:cNvSpPr/>
            <p:nvPr/>
          </p:nvSpPr>
          <p:spPr>
            <a:xfrm>
              <a:off x="6096000" y="6486525"/>
              <a:ext cx="6096000" cy="371475"/>
            </a:xfrm>
            <a:prstGeom prst="rect">
              <a:avLst/>
            </a:prstGeom>
            <a:solidFill>
              <a:srgbClr val="7B5F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" name="Imagen 2" descr="Imagen que contiene luz&#10;&#10;El contenido generado por IA puede ser incorrecto.">
              <a:extLst>
                <a:ext uri="{FF2B5EF4-FFF2-40B4-BE49-F238E27FC236}">
                  <a16:creationId xmlns:a16="http://schemas.microsoft.com/office/drawing/2014/main" id="{BB367593-5C4A-F79D-F547-94E7C4355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560" b="39671"/>
            <a:stretch>
              <a:fillRect/>
            </a:stretch>
          </p:blipFill>
          <p:spPr>
            <a:xfrm>
              <a:off x="10668000" y="104806"/>
              <a:ext cx="1658983" cy="543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49020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Montserrat Light</vt:lpstr>
      <vt:lpstr>Montserrat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Javier Yaya</dc:creator>
  <cp:lastModifiedBy>Carlos Javier Yaya</cp:lastModifiedBy>
  <cp:revision>4</cp:revision>
  <dcterms:created xsi:type="dcterms:W3CDTF">2025-11-13T00:00:55Z</dcterms:created>
  <dcterms:modified xsi:type="dcterms:W3CDTF">2025-12-14T20:45:43Z</dcterms:modified>
</cp:coreProperties>
</file>