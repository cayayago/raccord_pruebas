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B5FCF"/>
    <a:srgbClr val="0B4F8A"/>
    <a:srgbClr val="2D7A7A"/>
    <a:srgbClr val="AA7C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96" d="100"/>
          <a:sy n="96" d="100"/>
        </p:scale>
        <p:origin x="1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BA769D-B1B0-0128-B2F9-95536AD2F9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GB"/>
          </a:p>
        </p:txBody>
      </p:sp>
      <p:sp>
        <p:nvSpPr>
          <p:cNvPr id="3" name="Subtítulo 2">
            <a:extLst>
              <a:ext uri="{FF2B5EF4-FFF2-40B4-BE49-F238E27FC236}">
                <a16:creationId xmlns:a16="http://schemas.microsoft.com/office/drawing/2014/main" id="{E04C3543-FEEE-DDD1-2DE7-E2DF78096F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GB"/>
          </a:p>
        </p:txBody>
      </p:sp>
      <p:sp>
        <p:nvSpPr>
          <p:cNvPr id="4" name="Marcador de fecha 3">
            <a:extLst>
              <a:ext uri="{FF2B5EF4-FFF2-40B4-BE49-F238E27FC236}">
                <a16:creationId xmlns:a16="http://schemas.microsoft.com/office/drawing/2014/main" id="{1A0A5758-9F5F-7CD5-35EE-8CC8E190A04E}"/>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5" name="Marcador de pie de página 4">
            <a:extLst>
              <a:ext uri="{FF2B5EF4-FFF2-40B4-BE49-F238E27FC236}">
                <a16:creationId xmlns:a16="http://schemas.microsoft.com/office/drawing/2014/main" id="{5D2ABC20-87F2-A810-FBC7-6A533BE3863E}"/>
              </a:ext>
            </a:extLst>
          </p:cNvPr>
          <p:cNvSpPr>
            <a:spLocks noGrp="1"/>
          </p:cNvSpPr>
          <p:nvPr>
            <p:ph type="ftr" sz="quarter" idx="11"/>
          </p:nvPr>
        </p:nvSpPr>
        <p:spPr/>
        <p:txBody>
          <a:bodyPr/>
          <a:lstStyle/>
          <a:p>
            <a:endParaRPr lang="en-GB"/>
          </a:p>
        </p:txBody>
      </p:sp>
      <p:sp>
        <p:nvSpPr>
          <p:cNvPr id="6" name="Marcador de número de diapositiva 5">
            <a:extLst>
              <a:ext uri="{FF2B5EF4-FFF2-40B4-BE49-F238E27FC236}">
                <a16:creationId xmlns:a16="http://schemas.microsoft.com/office/drawing/2014/main" id="{9A62FDDA-51F9-3F55-B2E8-52295FE2E0F4}"/>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881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ED4D3A-3E79-FACD-E84A-361FAB6FE52F}"/>
              </a:ext>
            </a:extLst>
          </p:cNvPr>
          <p:cNvSpPr>
            <a:spLocks noGrp="1"/>
          </p:cNvSpPr>
          <p:nvPr>
            <p:ph type="title"/>
          </p:nvPr>
        </p:nvSpPr>
        <p:spPr/>
        <p:txBody>
          <a:bodyPr/>
          <a:lstStyle/>
          <a:p>
            <a:r>
              <a:rPr lang="es-ES"/>
              <a:t>Haga clic para modificar el estilo de título del patrón</a:t>
            </a:r>
            <a:endParaRPr lang="en-GB"/>
          </a:p>
        </p:txBody>
      </p:sp>
      <p:sp>
        <p:nvSpPr>
          <p:cNvPr id="3" name="Marcador de contenido 2">
            <a:extLst>
              <a:ext uri="{FF2B5EF4-FFF2-40B4-BE49-F238E27FC236}">
                <a16:creationId xmlns:a16="http://schemas.microsoft.com/office/drawing/2014/main" id="{C32969C2-CC56-A5CB-3D91-4287644A373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4" name="Marcador de fecha 3">
            <a:extLst>
              <a:ext uri="{FF2B5EF4-FFF2-40B4-BE49-F238E27FC236}">
                <a16:creationId xmlns:a16="http://schemas.microsoft.com/office/drawing/2014/main" id="{07BF3D09-8EB7-6A6B-EA0E-AC6F83753130}"/>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5" name="Marcador de pie de página 4">
            <a:extLst>
              <a:ext uri="{FF2B5EF4-FFF2-40B4-BE49-F238E27FC236}">
                <a16:creationId xmlns:a16="http://schemas.microsoft.com/office/drawing/2014/main" id="{B0B21A5F-AF7F-53BB-879E-C0EE8F5BBCC2}"/>
              </a:ext>
            </a:extLst>
          </p:cNvPr>
          <p:cNvSpPr>
            <a:spLocks noGrp="1"/>
          </p:cNvSpPr>
          <p:nvPr>
            <p:ph type="ftr" sz="quarter" idx="11"/>
          </p:nvPr>
        </p:nvSpPr>
        <p:spPr/>
        <p:txBody>
          <a:bodyPr/>
          <a:lstStyle/>
          <a:p>
            <a:endParaRPr lang="en-GB"/>
          </a:p>
        </p:txBody>
      </p:sp>
      <p:sp>
        <p:nvSpPr>
          <p:cNvPr id="6" name="Marcador de número de diapositiva 5">
            <a:extLst>
              <a:ext uri="{FF2B5EF4-FFF2-40B4-BE49-F238E27FC236}">
                <a16:creationId xmlns:a16="http://schemas.microsoft.com/office/drawing/2014/main" id="{BC9C044B-2B44-FBE5-FFD5-4561D7A3A032}"/>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733416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4531-8248-0607-83EA-4E9FFFF7B1C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GB"/>
          </a:p>
        </p:txBody>
      </p:sp>
      <p:sp>
        <p:nvSpPr>
          <p:cNvPr id="3" name="Marcador de texto 2">
            <a:extLst>
              <a:ext uri="{FF2B5EF4-FFF2-40B4-BE49-F238E27FC236}">
                <a16:creationId xmlns:a16="http://schemas.microsoft.com/office/drawing/2014/main" id="{7F24203C-4A4F-750C-2526-B4E7608F0F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69D39AF-3C48-30DB-BD8F-BF3667645B27}"/>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5" name="Marcador de pie de página 4">
            <a:extLst>
              <a:ext uri="{FF2B5EF4-FFF2-40B4-BE49-F238E27FC236}">
                <a16:creationId xmlns:a16="http://schemas.microsoft.com/office/drawing/2014/main" id="{EB9AB701-585A-6C2B-5090-78B809602E8D}"/>
              </a:ext>
            </a:extLst>
          </p:cNvPr>
          <p:cNvSpPr>
            <a:spLocks noGrp="1"/>
          </p:cNvSpPr>
          <p:nvPr>
            <p:ph type="ftr" sz="quarter" idx="11"/>
          </p:nvPr>
        </p:nvSpPr>
        <p:spPr/>
        <p:txBody>
          <a:bodyPr/>
          <a:lstStyle/>
          <a:p>
            <a:endParaRPr lang="en-GB"/>
          </a:p>
        </p:txBody>
      </p:sp>
      <p:sp>
        <p:nvSpPr>
          <p:cNvPr id="6" name="Marcador de número de diapositiva 5">
            <a:extLst>
              <a:ext uri="{FF2B5EF4-FFF2-40B4-BE49-F238E27FC236}">
                <a16:creationId xmlns:a16="http://schemas.microsoft.com/office/drawing/2014/main" id="{CF27D218-EEE1-354E-4FD9-5B6617AC4C49}"/>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2228240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6AE392-5D84-D2A8-5BF1-5F14EE1FBAB1}"/>
              </a:ext>
            </a:extLst>
          </p:cNvPr>
          <p:cNvSpPr>
            <a:spLocks noGrp="1"/>
          </p:cNvSpPr>
          <p:nvPr>
            <p:ph type="title"/>
          </p:nvPr>
        </p:nvSpPr>
        <p:spPr/>
        <p:txBody>
          <a:bodyPr/>
          <a:lstStyle/>
          <a:p>
            <a:r>
              <a:rPr lang="es-ES"/>
              <a:t>Haga clic para modificar el estilo de título del patrón</a:t>
            </a:r>
            <a:endParaRPr lang="en-GB"/>
          </a:p>
        </p:txBody>
      </p:sp>
      <p:sp>
        <p:nvSpPr>
          <p:cNvPr id="3" name="Marcador de contenido 2">
            <a:extLst>
              <a:ext uri="{FF2B5EF4-FFF2-40B4-BE49-F238E27FC236}">
                <a16:creationId xmlns:a16="http://schemas.microsoft.com/office/drawing/2014/main" id="{309A7E3B-F547-9FF9-C85F-8BB9866EE69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4" name="Marcador de contenido 3">
            <a:extLst>
              <a:ext uri="{FF2B5EF4-FFF2-40B4-BE49-F238E27FC236}">
                <a16:creationId xmlns:a16="http://schemas.microsoft.com/office/drawing/2014/main" id="{F7B81137-1F25-319D-F634-E4532CD2B43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5" name="Marcador de fecha 4">
            <a:extLst>
              <a:ext uri="{FF2B5EF4-FFF2-40B4-BE49-F238E27FC236}">
                <a16:creationId xmlns:a16="http://schemas.microsoft.com/office/drawing/2014/main" id="{9C3D4171-18F5-4982-6069-9EA0BF57AA5D}"/>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6" name="Marcador de pie de página 5">
            <a:extLst>
              <a:ext uri="{FF2B5EF4-FFF2-40B4-BE49-F238E27FC236}">
                <a16:creationId xmlns:a16="http://schemas.microsoft.com/office/drawing/2014/main" id="{18E5AE39-5A73-9D09-893D-8F6637AEF4FA}"/>
              </a:ext>
            </a:extLst>
          </p:cNvPr>
          <p:cNvSpPr>
            <a:spLocks noGrp="1"/>
          </p:cNvSpPr>
          <p:nvPr>
            <p:ph type="ftr" sz="quarter" idx="11"/>
          </p:nvPr>
        </p:nvSpPr>
        <p:spPr/>
        <p:txBody>
          <a:bodyPr/>
          <a:lstStyle/>
          <a:p>
            <a:endParaRPr lang="en-GB"/>
          </a:p>
        </p:txBody>
      </p:sp>
      <p:sp>
        <p:nvSpPr>
          <p:cNvPr id="7" name="Marcador de número de diapositiva 6">
            <a:extLst>
              <a:ext uri="{FF2B5EF4-FFF2-40B4-BE49-F238E27FC236}">
                <a16:creationId xmlns:a16="http://schemas.microsoft.com/office/drawing/2014/main" id="{AD2CACBE-C6AE-B7DD-919E-CC2EFD48F46C}"/>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3445121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F5FA66-9132-0C1E-45FD-94D964F2199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GB"/>
          </a:p>
        </p:txBody>
      </p:sp>
      <p:sp>
        <p:nvSpPr>
          <p:cNvPr id="3" name="Marcador de texto 2">
            <a:extLst>
              <a:ext uri="{FF2B5EF4-FFF2-40B4-BE49-F238E27FC236}">
                <a16:creationId xmlns:a16="http://schemas.microsoft.com/office/drawing/2014/main" id="{199C278C-3572-DB00-DA32-634AEBE645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A9DA0A0-47F5-21E2-5EF6-465532DA86F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5" name="Marcador de texto 4">
            <a:extLst>
              <a:ext uri="{FF2B5EF4-FFF2-40B4-BE49-F238E27FC236}">
                <a16:creationId xmlns:a16="http://schemas.microsoft.com/office/drawing/2014/main" id="{B0BAFE2D-01BA-F89B-8C04-B3C3B56829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94141C3-A3F3-A522-76AE-D37DA7B3C6F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7" name="Marcador de fecha 6">
            <a:extLst>
              <a:ext uri="{FF2B5EF4-FFF2-40B4-BE49-F238E27FC236}">
                <a16:creationId xmlns:a16="http://schemas.microsoft.com/office/drawing/2014/main" id="{C7CE89AB-FE8C-A88A-D503-FCA3F9A03931}"/>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8" name="Marcador de pie de página 7">
            <a:extLst>
              <a:ext uri="{FF2B5EF4-FFF2-40B4-BE49-F238E27FC236}">
                <a16:creationId xmlns:a16="http://schemas.microsoft.com/office/drawing/2014/main" id="{FFB8389E-A119-1D7F-A4E4-10A11609AEF1}"/>
              </a:ext>
            </a:extLst>
          </p:cNvPr>
          <p:cNvSpPr>
            <a:spLocks noGrp="1"/>
          </p:cNvSpPr>
          <p:nvPr>
            <p:ph type="ftr" sz="quarter" idx="11"/>
          </p:nvPr>
        </p:nvSpPr>
        <p:spPr/>
        <p:txBody>
          <a:bodyPr/>
          <a:lstStyle/>
          <a:p>
            <a:endParaRPr lang="en-GB"/>
          </a:p>
        </p:txBody>
      </p:sp>
      <p:sp>
        <p:nvSpPr>
          <p:cNvPr id="9" name="Marcador de número de diapositiva 8">
            <a:extLst>
              <a:ext uri="{FF2B5EF4-FFF2-40B4-BE49-F238E27FC236}">
                <a16:creationId xmlns:a16="http://schemas.microsoft.com/office/drawing/2014/main" id="{18555AB2-EBE4-9170-7D1D-B7B807FC7837}"/>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139094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18E449-8DB4-32A8-E894-6924D967EA6E}"/>
              </a:ext>
            </a:extLst>
          </p:cNvPr>
          <p:cNvSpPr>
            <a:spLocks noGrp="1"/>
          </p:cNvSpPr>
          <p:nvPr>
            <p:ph type="title"/>
          </p:nvPr>
        </p:nvSpPr>
        <p:spPr/>
        <p:txBody>
          <a:bodyPr/>
          <a:lstStyle/>
          <a:p>
            <a:r>
              <a:rPr lang="es-ES"/>
              <a:t>Haga clic para modificar el estilo de título del patrón</a:t>
            </a:r>
            <a:endParaRPr lang="en-GB"/>
          </a:p>
        </p:txBody>
      </p:sp>
      <p:sp>
        <p:nvSpPr>
          <p:cNvPr id="3" name="Marcador de fecha 2">
            <a:extLst>
              <a:ext uri="{FF2B5EF4-FFF2-40B4-BE49-F238E27FC236}">
                <a16:creationId xmlns:a16="http://schemas.microsoft.com/office/drawing/2014/main" id="{2F2C64CE-E4B9-3275-1289-7F0D6E72EC36}"/>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4" name="Marcador de pie de página 3">
            <a:extLst>
              <a:ext uri="{FF2B5EF4-FFF2-40B4-BE49-F238E27FC236}">
                <a16:creationId xmlns:a16="http://schemas.microsoft.com/office/drawing/2014/main" id="{8F0BD89E-040F-516D-0CDA-9C36770050FB}"/>
              </a:ext>
            </a:extLst>
          </p:cNvPr>
          <p:cNvSpPr>
            <a:spLocks noGrp="1"/>
          </p:cNvSpPr>
          <p:nvPr>
            <p:ph type="ftr" sz="quarter" idx="11"/>
          </p:nvPr>
        </p:nvSpPr>
        <p:spPr/>
        <p:txBody>
          <a:bodyPr/>
          <a:lstStyle/>
          <a:p>
            <a:endParaRPr lang="en-GB"/>
          </a:p>
        </p:txBody>
      </p:sp>
      <p:sp>
        <p:nvSpPr>
          <p:cNvPr id="5" name="Marcador de número de diapositiva 4">
            <a:extLst>
              <a:ext uri="{FF2B5EF4-FFF2-40B4-BE49-F238E27FC236}">
                <a16:creationId xmlns:a16="http://schemas.microsoft.com/office/drawing/2014/main" id="{F903F43D-1B8D-E92A-8FB4-FF1781B845C3}"/>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738071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DAAB3E8-C7FD-C892-406F-E42AEC391033}"/>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3" name="Marcador de pie de página 2">
            <a:extLst>
              <a:ext uri="{FF2B5EF4-FFF2-40B4-BE49-F238E27FC236}">
                <a16:creationId xmlns:a16="http://schemas.microsoft.com/office/drawing/2014/main" id="{52053498-F477-D3AD-AC05-FFC11FD6392D}"/>
              </a:ext>
            </a:extLst>
          </p:cNvPr>
          <p:cNvSpPr>
            <a:spLocks noGrp="1"/>
          </p:cNvSpPr>
          <p:nvPr>
            <p:ph type="ftr" sz="quarter" idx="11"/>
          </p:nvPr>
        </p:nvSpPr>
        <p:spPr/>
        <p:txBody>
          <a:bodyPr/>
          <a:lstStyle/>
          <a:p>
            <a:endParaRPr lang="en-GB"/>
          </a:p>
        </p:txBody>
      </p:sp>
      <p:sp>
        <p:nvSpPr>
          <p:cNvPr id="4" name="Marcador de número de diapositiva 3">
            <a:extLst>
              <a:ext uri="{FF2B5EF4-FFF2-40B4-BE49-F238E27FC236}">
                <a16:creationId xmlns:a16="http://schemas.microsoft.com/office/drawing/2014/main" id="{F7515457-32FB-FD00-A4F1-AAC366852559}"/>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1479400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9C75A4-9793-1D04-4C58-65A45FB50B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GB"/>
          </a:p>
        </p:txBody>
      </p:sp>
      <p:sp>
        <p:nvSpPr>
          <p:cNvPr id="3" name="Marcador de contenido 2">
            <a:extLst>
              <a:ext uri="{FF2B5EF4-FFF2-40B4-BE49-F238E27FC236}">
                <a16:creationId xmlns:a16="http://schemas.microsoft.com/office/drawing/2014/main" id="{F5D83F35-2996-A49C-93D5-7B759D38E3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4" name="Marcador de texto 3">
            <a:extLst>
              <a:ext uri="{FF2B5EF4-FFF2-40B4-BE49-F238E27FC236}">
                <a16:creationId xmlns:a16="http://schemas.microsoft.com/office/drawing/2014/main" id="{79AD5EBD-FE19-D7E3-4A6E-D6A2812FD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3B9754E-8A37-F85F-8DFF-0DD42BD78A0E}"/>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6" name="Marcador de pie de página 5">
            <a:extLst>
              <a:ext uri="{FF2B5EF4-FFF2-40B4-BE49-F238E27FC236}">
                <a16:creationId xmlns:a16="http://schemas.microsoft.com/office/drawing/2014/main" id="{BD7C5A68-59FE-BDB1-5B94-143D98BF264B}"/>
              </a:ext>
            </a:extLst>
          </p:cNvPr>
          <p:cNvSpPr>
            <a:spLocks noGrp="1"/>
          </p:cNvSpPr>
          <p:nvPr>
            <p:ph type="ftr" sz="quarter" idx="11"/>
          </p:nvPr>
        </p:nvSpPr>
        <p:spPr/>
        <p:txBody>
          <a:bodyPr/>
          <a:lstStyle/>
          <a:p>
            <a:endParaRPr lang="en-GB"/>
          </a:p>
        </p:txBody>
      </p:sp>
      <p:sp>
        <p:nvSpPr>
          <p:cNvPr id="7" name="Marcador de número de diapositiva 6">
            <a:extLst>
              <a:ext uri="{FF2B5EF4-FFF2-40B4-BE49-F238E27FC236}">
                <a16:creationId xmlns:a16="http://schemas.microsoft.com/office/drawing/2014/main" id="{33F1534E-0FC9-5967-58D7-447A2D170167}"/>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247466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86C469-9E32-B767-1CF9-FE0CC5BADAF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GB"/>
          </a:p>
        </p:txBody>
      </p:sp>
      <p:sp>
        <p:nvSpPr>
          <p:cNvPr id="3" name="Marcador de posición de imagen 2">
            <a:extLst>
              <a:ext uri="{FF2B5EF4-FFF2-40B4-BE49-F238E27FC236}">
                <a16:creationId xmlns:a16="http://schemas.microsoft.com/office/drawing/2014/main" id="{19249A70-E681-9026-B866-C1F74D058F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Marcador de texto 3">
            <a:extLst>
              <a:ext uri="{FF2B5EF4-FFF2-40B4-BE49-F238E27FC236}">
                <a16:creationId xmlns:a16="http://schemas.microsoft.com/office/drawing/2014/main" id="{02A9F3B6-A2AB-D600-3137-74CF370CF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45E18BD-BCCE-A8A1-39D0-A6DAF450A954}"/>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6" name="Marcador de pie de página 5">
            <a:extLst>
              <a:ext uri="{FF2B5EF4-FFF2-40B4-BE49-F238E27FC236}">
                <a16:creationId xmlns:a16="http://schemas.microsoft.com/office/drawing/2014/main" id="{DAD9389D-4CDE-BB41-70D7-59CD1C4B6064}"/>
              </a:ext>
            </a:extLst>
          </p:cNvPr>
          <p:cNvSpPr>
            <a:spLocks noGrp="1"/>
          </p:cNvSpPr>
          <p:nvPr>
            <p:ph type="ftr" sz="quarter" idx="11"/>
          </p:nvPr>
        </p:nvSpPr>
        <p:spPr/>
        <p:txBody>
          <a:bodyPr/>
          <a:lstStyle/>
          <a:p>
            <a:endParaRPr lang="en-GB"/>
          </a:p>
        </p:txBody>
      </p:sp>
      <p:sp>
        <p:nvSpPr>
          <p:cNvPr id="7" name="Marcador de número de diapositiva 6">
            <a:extLst>
              <a:ext uri="{FF2B5EF4-FFF2-40B4-BE49-F238E27FC236}">
                <a16:creationId xmlns:a16="http://schemas.microsoft.com/office/drawing/2014/main" id="{5BCF15DC-9A2B-145E-7903-C7FDD376691C}"/>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170315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419757-9551-49B8-4ACB-9A658F482C57}"/>
              </a:ext>
            </a:extLst>
          </p:cNvPr>
          <p:cNvSpPr>
            <a:spLocks noGrp="1"/>
          </p:cNvSpPr>
          <p:nvPr>
            <p:ph type="title"/>
          </p:nvPr>
        </p:nvSpPr>
        <p:spPr/>
        <p:txBody>
          <a:bodyPr/>
          <a:lstStyle/>
          <a:p>
            <a:r>
              <a:rPr lang="es-ES"/>
              <a:t>Haga clic para modificar el estilo de título del patrón</a:t>
            </a:r>
            <a:endParaRPr lang="en-GB"/>
          </a:p>
        </p:txBody>
      </p:sp>
      <p:sp>
        <p:nvSpPr>
          <p:cNvPr id="3" name="Marcador de texto vertical 2">
            <a:extLst>
              <a:ext uri="{FF2B5EF4-FFF2-40B4-BE49-F238E27FC236}">
                <a16:creationId xmlns:a16="http://schemas.microsoft.com/office/drawing/2014/main" id="{8B7B5FA1-7406-3F4F-037E-49F23620E8F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4" name="Marcador de fecha 3">
            <a:extLst>
              <a:ext uri="{FF2B5EF4-FFF2-40B4-BE49-F238E27FC236}">
                <a16:creationId xmlns:a16="http://schemas.microsoft.com/office/drawing/2014/main" id="{F10E43AC-AABA-F670-C675-BC17A2006B96}"/>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5" name="Marcador de pie de página 4">
            <a:extLst>
              <a:ext uri="{FF2B5EF4-FFF2-40B4-BE49-F238E27FC236}">
                <a16:creationId xmlns:a16="http://schemas.microsoft.com/office/drawing/2014/main" id="{37ED15D5-A28D-E4EC-8BE1-65474C6055DD}"/>
              </a:ext>
            </a:extLst>
          </p:cNvPr>
          <p:cNvSpPr>
            <a:spLocks noGrp="1"/>
          </p:cNvSpPr>
          <p:nvPr>
            <p:ph type="ftr" sz="quarter" idx="11"/>
          </p:nvPr>
        </p:nvSpPr>
        <p:spPr/>
        <p:txBody>
          <a:bodyPr/>
          <a:lstStyle/>
          <a:p>
            <a:endParaRPr lang="en-GB"/>
          </a:p>
        </p:txBody>
      </p:sp>
      <p:sp>
        <p:nvSpPr>
          <p:cNvPr id="6" name="Marcador de número de diapositiva 5">
            <a:extLst>
              <a:ext uri="{FF2B5EF4-FFF2-40B4-BE49-F238E27FC236}">
                <a16:creationId xmlns:a16="http://schemas.microsoft.com/office/drawing/2014/main" id="{8BCF8B4F-5A7E-FED2-6E1A-A5C943954907}"/>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3999835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438A03D-F619-76A3-5A98-01A781FF84E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GB"/>
          </a:p>
        </p:txBody>
      </p:sp>
      <p:sp>
        <p:nvSpPr>
          <p:cNvPr id="3" name="Marcador de texto vertical 2">
            <a:extLst>
              <a:ext uri="{FF2B5EF4-FFF2-40B4-BE49-F238E27FC236}">
                <a16:creationId xmlns:a16="http://schemas.microsoft.com/office/drawing/2014/main" id="{8961D4D2-13FB-6945-1F48-FE33623F736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4" name="Marcador de fecha 3">
            <a:extLst>
              <a:ext uri="{FF2B5EF4-FFF2-40B4-BE49-F238E27FC236}">
                <a16:creationId xmlns:a16="http://schemas.microsoft.com/office/drawing/2014/main" id="{77676DDB-8762-CCED-FC67-EEB50B54CDC5}"/>
              </a:ext>
            </a:extLst>
          </p:cNvPr>
          <p:cNvSpPr>
            <a:spLocks noGrp="1"/>
          </p:cNvSpPr>
          <p:nvPr>
            <p:ph type="dt" sz="half" idx="10"/>
          </p:nvPr>
        </p:nvSpPr>
        <p:spPr/>
        <p:txBody>
          <a:bodyPr/>
          <a:lstStyle/>
          <a:p>
            <a:fld id="{98AF50A3-9140-4024-8DAF-8D9AD219F5D0}" type="datetimeFigureOut">
              <a:rPr lang="en-GB" smtClean="0"/>
              <a:t>24/06/2026</a:t>
            </a:fld>
            <a:endParaRPr lang="en-GB"/>
          </a:p>
        </p:txBody>
      </p:sp>
      <p:sp>
        <p:nvSpPr>
          <p:cNvPr id="5" name="Marcador de pie de página 4">
            <a:extLst>
              <a:ext uri="{FF2B5EF4-FFF2-40B4-BE49-F238E27FC236}">
                <a16:creationId xmlns:a16="http://schemas.microsoft.com/office/drawing/2014/main" id="{47663094-DF4A-9B0D-8FBB-1E700959A734}"/>
              </a:ext>
            </a:extLst>
          </p:cNvPr>
          <p:cNvSpPr>
            <a:spLocks noGrp="1"/>
          </p:cNvSpPr>
          <p:nvPr>
            <p:ph type="ftr" sz="quarter" idx="11"/>
          </p:nvPr>
        </p:nvSpPr>
        <p:spPr/>
        <p:txBody>
          <a:bodyPr/>
          <a:lstStyle/>
          <a:p>
            <a:endParaRPr lang="en-GB"/>
          </a:p>
        </p:txBody>
      </p:sp>
      <p:sp>
        <p:nvSpPr>
          <p:cNvPr id="6" name="Marcador de número de diapositiva 5">
            <a:extLst>
              <a:ext uri="{FF2B5EF4-FFF2-40B4-BE49-F238E27FC236}">
                <a16:creationId xmlns:a16="http://schemas.microsoft.com/office/drawing/2014/main" id="{7BA3B191-3866-F07D-75C2-6F91729E52A3}"/>
              </a:ext>
            </a:extLst>
          </p:cNvPr>
          <p:cNvSpPr>
            <a:spLocks noGrp="1"/>
          </p:cNvSpPr>
          <p:nvPr>
            <p:ph type="sldNum" sz="quarter" idx="12"/>
          </p:nvPr>
        </p:nvSpPr>
        <p:spPr/>
        <p:txBody>
          <a:bodyPr/>
          <a:lstStyle/>
          <a:p>
            <a:fld id="{38AC5193-ED73-49CE-A325-5998C1E9C0B3}" type="slidenum">
              <a:rPr lang="en-GB" smtClean="0"/>
              <a:t>‹Nº›</a:t>
            </a:fld>
            <a:endParaRPr lang="en-GB"/>
          </a:p>
        </p:txBody>
      </p:sp>
    </p:spTree>
    <p:extLst>
      <p:ext uri="{BB962C8B-B14F-4D97-AF65-F5344CB8AC3E}">
        <p14:creationId xmlns:p14="http://schemas.microsoft.com/office/powerpoint/2010/main" val="203431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48BB54A-EA9A-FD86-AE24-9E5FEB0CC5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GB"/>
          </a:p>
        </p:txBody>
      </p:sp>
      <p:sp>
        <p:nvSpPr>
          <p:cNvPr id="3" name="Marcador de texto 2">
            <a:extLst>
              <a:ext uri="{FF2B5EF4-FFF2-40B4-BE49-F238E27FC236}">
                <a16:creationId xmlns:a16="http://schemas.microsoft.com/office/drawing/2014/main" id="{733DBBE4-6740-5296-8711-58215618B3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4" name="Marcador de fecha 3">
            <a:extLst>
              <a:ext uri="{FF2B5EF4-FFF2-40B4-BE49-F238E27FC236}">
                <a16:creationId xmlns:a16="http://schemas.microsoft.com/office/drawing/2014/main" id="{BDFB3184-E5F6-D8A1-8340-FCA0B1379E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AF50A3-9140-4024-8DAF-8D9AD219F5D0}" type="datetimeFigureOut">
              <a:rPr lang="en-GB" smtClean="0"/>
              <a:t>24/06/2026</a:t>
            </a:fld>
            <a:endParaRPr lang="en-GB"/>
          </a:p>
        </p:txBody>
      </p:sp>
      <p:sp>
        <p:nvSpPr>
          <p:cNvPr id="5" name="Marcador de pie de página 4">
            <a:extLst>
              <a:ext uri="{FF2B5EF4-FFF2-40B4-BE49-F238E27FC236}">
                <a16:creationId xmlns:a16="http://schemas.microsoft.com/office/drawing/2014/main" id="{C318B7A9-7875-DE48-C596-3AE8CB0089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Marcador de número de diapositiva 5">
            <a:extLst>
              <a:ext uri="{FF2B5EF4-FFF2-40B4-BE49-F238E27FC236}">
                <a16:creationId xmlns:a16="http://schemas.microsoft.com/office/drawing/2014/main" id="{C815CD51-C017-D0EA-15D8-A52C2887A4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AC5193-ED73-49CE-A325-5998C1E9C0B3}" type="slidenum">
              <a:rPr lang="en-GB" smtClean="0"/>
              <a:t>‹Nº›</a:t>
            </a:fld>
            <a:endParaRPr lang="en-GB"/>
          </a:p>
        </p:txBody>
      </p:sp>
    </p:spTree>
    <p:extLst>
      <p:ext uri="{BB962C8B-B14F-4D97-AF65-F5344CB8AC3E}">
        <p14:creationId xmlns:p14="http://schemas.microsoft.com/office/powerpoint/2010/main" val="661334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hyperlink" Target="http://localhost:5173/"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4F8A"/>
        </a:solidFill>
        <a:effectLst/>
      </p:bgPr>
    </p:bg>
    <p:spTree>
      <p:nvGrpSpPr>
        <p:cNvPr id="1" name=""/>
        <p:cNvGrpSpPr/>
        <p:nvPr/>
      </p:nvGrpSpPr>
      <p:grpSpPr>
        <a:xfrm>
          <a:off x="0" y="0"/>
          <a:ext cx="0" cy="0"/>
          <a:chOff x="0" y="0"/>
          <a:chExt cx="0" cy="0"/>
        </a:xfrm>
      </p:grpSpPr>
      <p:pic>
        <p:nvPicPr>
          <p:cNvPr id="3" name="Imagen 2" descr="Logotipo, Icono&#10;&#10;El contenido generado por IA puede ser incorrecto.">
            <a:extLst>
              <a:ext uri="{FF2B5EF4-FFF2-40B4-BE49-F238E27FC236}">
                <a16:creationId xmlns:a16="http://schemas.microsoft.com/office/drawing/2014/main" id="{165BB347-A3A6-DA39-7708-521178401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6268" y="-60738"/>
            <a:ext cx="1169125" cy="1169125"/>
          </a:xfrm>
          <a:prstGeom prst="rect">
            <a:avLst/>
          </a:prstGeom>
        </p:spPr>
      </p:pic>
      <p:sp>
        <p:nvSpPr>
          <p:cNvPr id="2" name="CuadroTexto 1">
            <a:extLst>
              <a:ext uri="{FF2B5EF4-FFF2-40B4-BE49-F238E27FC236}">
                <a16:creationId xmlns:a16="http://schemas.microsoft.com/office/drawing/2014/main" id="{DA61EE8B-A63F-5197-7D9B-043AE4F74DA1}"/>
              </a:ext>
            </a:extLst>
          </p:cNvPr>
          <p:cNvSpPr txBox="1"/>
          <p:nvPr/>
        </p:nvSpPr>
        <p:spPr>
          <a:xfrm>
            <a:off x="525013" y="2659559"/>
            <a:ext cx="8557618" cy="707886"/>
          </a:xfrm>
          <a:prstGeom prst="rect">
            <a:avLst/>
          </a:prstGeom>
          <a:noFill/>
        </p:spPr>
        <p:txBody>
          <a:bodyPr wrap="square" rtlCol="0">
            <a:spAutoFit/>
          </a:bodyPr>
          <a:lstStyle/>
          <a:p>
            <a:r>
              <a:rPr lang="es-CO" sz="4000" b="1" dirty="0">
                <a:solidFill>
                  <a:schemeClr val="bg1"/>
                </a:solidFill>
                <a:latin typeface="Helvetica Neue"/>
              </a:rPr>
              <a:t>Sustentación proyecto RACCORD</a:t>
            </a:r>
            <a:r>
              <a:rPr lang="es-CO" sz="2000" b="1" dirty="0">
                <a:latin typeface="Helvetica Neue"/>
              </a:rPr>
              <a:t> </a:t>
            </a:r>
          </a:p>
        </p:txBody>
      </p:sp>
      <p:sp>
        <p:nvSpPr>
          <p:cNvPr id="4" name="CuadroTexto 3">
            <a:extLst>
              <a:ext uri="{FF2B5EF4-FFF2-40B4-BE49-F238E27FC236}">
                <a16:creationId xmlns:a16="http://schemas.microsoft.com/office/drawing/2014/main" id="{C781616D-3B2C-9608-40FE-61667BE80073}"/>
              </a:ext>
            </a:extLst>
          </p:cNvPr>
          <p:cNvSpPr txBox="1"/>
          <p:nvPr/>
        </p:nvSpPr>
        <p:spPr>
          <a:xfrm>
            <a:off x="613691" y="6075543"/>
            <a:ext cx="1810389" cy="923330"/>
          </a:xfrm>
          <a:prstGeom prst="rect">
            <a:avLst/>
          </a:prstGeom>
          <a:noFill/>
        </p:spPr>
        <p:txBody>
          <a:bodyPr wrap="square" rtlCol="0">
            <a:spAutoFit/>
          </a:bodyPr>
          <a:lstStyle/>
          <a:p>
            <a:r>
              <a:rPr lang="es-CO" dirty="0">
                <a:solidFill>
                  <a:schemeClr val="bg1"/>
                </a:solidFill>
                <a:latin typeface="Aptos (Cuerpo)"/>
              </a:rPr>
              <a:t>3228973 A</a:t>
            </a:r>
          </a:p>
          <a:p>
            <a:r>
              <a:rPr lang="es-CO" dirty="0">
                <a:solidFill>
                  <a:schemeClr val="bg1"/>
                </a:solidFill>
                <a:latin typeface="Aptos (Cuerpo)"/>
              </a:rPr>
              <a:t>2026 - 2</a:t>
            </a:r>
          </a:p>
          <a:p>
            <a:endParaRPr lang="es-CO" dirty="0"/>
          </a:p>
        </p:txBody>
      </p:sp>
    </p:spTree>
    <p:extLst>
      <p:ext uri="{BB962C8B-B14F-4D97-AF65-F5344CB8AC3E}">
        <p14:creationId xmlns:p14="http://schemas.microsoft.com/office/powerpoint/2010/main" val="326290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E29A2786-EDF8-FB65-36AA-DD9194A4F534}"/>
              </a:ext>
            </a:extLst>
          </p:cNvPr>
          <p:cNvSpPr>
            <a:spLocks noGrp="1"/>
          </p:cNvSpPr>
          <p:nvPr>
            <p:ph type="ctrTitle"/>
          </p:nvPr>
        </p:nvSpPr>
        <p:spPr>
          <a:xfrm>
            <a:off x="763023" y="525943"/>
            <a:ext cx="3360983" cy="539697"/>
          </a:xfrm>
        </p:spPr>
        <p:txBody>
          <a:bodyPr>
            <a:normAutofit fontScale="90000"/>
          </a:bodyPr>
          <a:lstStyle/>
          <a:p>
            <a:r>
              <a:rPr kumimoji="0" lang="es-CO" sz="3500" b="1" i="0" u="none" strike="noStrike" kern="0" cap="none" spc="-170" normalizeH="0" baseline="0" noProof="0" dirty="0">
                <a:ln>
                  <a:noFill/>
                </a:ln>
                <a:solidFill>
                  <a:srgbClr val="00A2FF">
                    <a:hueOff val="114395"/>
                    <a:lumOff val="-24975"/>
                  </a:srgbClr>
                </a:solidFill>
                <a:effectLst/>
                <a:uLnTx/>
                <a:uFillTx/>
                <a:latin typeface="Helvetica Neue"/>
                <a:sym typeface="Helvetica Neue"/>
              </a:rPr>
              <a:t>Sobre Nosotros</a:t>
            </a:r>
            <a:endParaRPr lang="en-GB" sz="3500" b="1" dirty="0">
              <a:latin typeface="Montserrat SemiBold" pitchFamily="2" charset="0"/>
            </a:endParaRPr>
          </a:p>
        </p:txBody>
      </p:sp>
      <p:sp>
        <p:nvSpPr>
          <p:cNvPr id="8" name="Subtítulo 7">
            <a:extLst>
              <a:ext uri="{FF2B5EF4-FFF2-40B4-BE49-F238E27FC236}">
                <a16:creationId xmlns:a16="http://schemas.microsoft.com/office/drawing/2014/main" id="{00A536D7-9CE8-0517-9E16-BD06372E17D0}"/>
              </a:ext>
            </a:extLst>
          </p:cNvPr>
          <p:cNvSpPr>
            <a:spLocks noGrp="1"/>
          </p:cNvSpPr>
          <p:nvPr>
            <p:ph type="subTitle" idx="1"/>
          </p:nvPr>
        </p:nvSpPr>
        <p:spPr>
          <a:xfrm>
            <a:off x="509364" y="1438339"/>
            <a:ext cx="6363978" cy="4367180"/>
          </a:xfrm>
        </p:spPr>
        <p:txBody>
          <a:bodyPr>
            <a:normAutofit/>
          </a:bodyPr>
          <a:lstStyle/>
          <a:p>
            <a:pPr algn="just"/>
            <a:r>
              <a:rPr lang="es-ES" sz="1600" dirty="0"/>
              <a:t>En la industria audiovisual, los equipos trabajan para que los productos sean atractivos, relevantes, novedosos buscan simplificar procesos que los llevan a gastar menos horas en el set por regrabaciones, por búsqueda de información dispersas en diferentes fuentes (Drive, OneDrive, WhatsApp, hojas sueltas), y lo más importante, brechas de seguridad donde los datos sensibles se pierden o se comparten sin control, llevando a sancionar a personas del equipo o de no generar el mismo impacto en el producto porque gran parte de cosas de han filtrado.</a:t>
            </a:r>
          </a:p>
          <a:p>
            <a:pPr algn="just"/>
            <a:r>
              <a:rPr lang="es-ES" sz="1600" dirty="0" err="1"/>
              <a:t>Raccord</a:t>
            </a:r>
            <a:r>
              <a:rPr lang="es-ES" sz="1600" dirty="0"/>
              <a:t> es un sistema de información web especializado que centraliza toda la gestión creativa, de cronogramas y continuidad visual en una sola plataforma segura y accesible desde cualquier dispositivo en set. El sistema permitirá al equipo documentar digitalmente cada detalle visual organizado por escena, personaje, etc. Garantizara un esquema robusto en roles para visualizar,  descargar, subir o crear información para los proyectos; buscando eliminar errores de continuidad evitables, reducir tiempos de consulta en set y proteger sus activos intelectuales bajo un entorno digital.</a:t>
            </a:r>
          </a:p>
        </p:txBody>
      </p:sp>
      <p:grpSp>
        <p:nvGrpSpPr>
          <p:cNvPr id="5" name="Grupo 4">
            <a:extLst>
              <a:ext uri="{FF2B5EF4-FFF2-40B4-BE49-F238E27FC236}">
                <a16:creationId xmlns:a16="http://schemas.microsoft.com/office/drawing/2014/main" id="{1B6D87F3-24EE-BBDC-A4EA-B52355389BCE}"/>
              </a:ext>
            </a:extLst>
          </p:cNvPr>
          <p:cNvGrpSpPr/>
          <p:nvPr/>
        </p:nvGrpSpPr>
        <p:grpSpPr>
          <a:xfrm>
            <a:off x="0" y="6486525"/>
            <a:ext cx="12192000" cy="371475"/>
            <a:chOff x="0" y="6486525"/>
            <a:chExt cx="12192000" cy="371475"/>
          </a:xfrm>
        </p:grpSpPr>
        <p:sp>
          <p:nvSpPr>
            <p:cNvPr id="4" name="Rectángulo 3">
              <a:extLst>
                <a:ext uri="{FF2B5EF4-FFF2-40B4-BE49-F238E27FC236}">
                  <a16:creationId xmlns:a16="http://schemas.microsoft.com/office/drawing/2014/main" id="{33714E8D-A7A3-50CC-508F-DA166E1C985B}"/>
                </a:ext>
              </a:extLst>
            </p:cNvPr>
            <p:cNvSpPr/>
            <p:nvPr/>
          </p:nvSpPr>
          <p:spPr>
            <a:xfrm>
              <a:off x="0" y="6486525"/>
              <a:ext cx="6096000" cy="371475"/>
            </a:xfrm>
            <a:prstGeom prst="rect">
              <a:avLst/>
            </a:prstGeom>
            <a:solidFill>
              <a:srgbClr val="0B4F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ángulo 5">
              <a:extLst>
                <a:ext uri="{FF2B5EF4-FFF2-40B4-BE49-F238E27FC236}">
                  <a16:creationId xmlns:a16="http://schemas.microsoft.com/office/drawing/2014/main" id="{D63A5753-50D5-6F31-D611-93D2341FD434}"/>
                </a:ext>
              </a:extLst>
            </p:cNvPr>
            <p:cNvSpPr/>
            <p:nvPr/>
          </p:nvSpPr>
          <p:spPr>
            <a:xfrm>
              <a:off x="6096000" y="6486525"/>
              <a:ext cx="6096000" cy="371475"/>
            </a:xfrm>
            <a:prstGeom prst="rect">
              <a:avLst/>
            </a:prstGeom>
            <a:solidFill>
              <a:srgbClr val="7B5F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9" name="Imagen 8">
            <a:extLst>
              <a:ext uri="{FF2B5EF4-FFF2-40B4-BE49-F238E27FC236}">
                <a16:creationId xmlns:a16="http://schemas.microsoft.com/office/drawing/2014/main" id="{85FBCA32-AB3A-8835-A384-E902521545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3836" y="64456"/>
            <a:ext cx="1618164" cy="461487"/>
          </a:xfrm>
          <a:prstGeom prst="rect">
            <a:avLst/>
          </a:prstGeom>
        </p:spPr>
      </p:pic>
      <p:pic>
        <p:nvPicPr>
          <p:cNvPr id="10" name="Imagen 9" descr="This may contain: a group of people in a room with lights and lighting equipment on the wall behind them">
            <a:extLst>
              <a:ext uri="{FF2B5EF4-FFF2-40B4-BE49-F238E27FC236}">
                <a16:creationId xmlns:a16="http://schemas.microsoft.com/office/drawing/2014/main" id="{80103609-4940-8F4A-0555-268C6EE3A18E}"/>
              </a:ext>
            </a:extLst>
          </p:cNvPr>
          <p:cNvPicPr>
            <a:picLocks noChangeAspect="1"/>
          </p:cNvPicPr>
          <p:nvPr/>
        </p:nvPicPr>
        <p:blipFill>
          <a:blip r:embed="rId3"/>
          <a:stretch>
            <a:fillRect/>
          </a:stretch>
        </p:blipFill>
        <p:spPr>
          <a:xfrm>
            <a:off x="7489079" y="2106384"/>
            <a:ext cx="3965154" cy="2645232"/>
          </a:xfrm>
          <a:prstGeom prst="rect">
            <a:avLst/>
          </a:prstGeom>
        </p:spPr>
      </p:pic>
    </p:spTree>
    <p:extLst>
      <p:ext uri="{BB962C8B-B14F-4D97-AF65-F5344CB8AC3E}">
        <p14:creationId xmlns:p14="http://schemas.microsoft.com/office/powerpoint/2010/main" val="624260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518728-C2B0-ECD6-3F99-886F976048BB}"/>
            </a:ext>
          </a:extLst>
        </p:cNvPr>
        <p:cNvGrpSpPr/>
        <p:nvPr/>
      </p:nvGrpSpPr>
      <p:grpSpPr>
        <a:xfrm>
          <a:off x="0" y="0"/>
          <a:ext cx="0" cy="0"/>
          <a:chOff x="0" y="0"/>
          <a:chExt cx="0" cy="0"/>
        </a:xfrm>
      </p:grpSpPr>
      <p:grpSp>
        <p:nvGrpSpPr>
          <p:cNvPr id="5" name="Grupo 4">
            <a:extLst>
              <a:ext uri="{FF2B5EF4-FFF2-40B4-BE49-F238E27FC236}">
                <a16:creationId xmlns:a16="http://schemas.microsoft.com/office/drawing/2014/main" id="{5FFBDE73-B2E0-4EAE-80DF-A12B775BE0D1}"/>
              </a:ext>
            </a:extLst>
          </p:cNvPr>
          <p:cNvGrpSpPr/>
          <p:nvPr/>
        </p:nvGrpSpPr>
        <p:grpSpPr>
          <a:xfrm>
            <a:off x="0" y="6486525"/>
            <a:ext cx="12192000" cy="371475"/>
            <a:chOff x="0" y="6486525"/>
            <a:chExt cx="12192000" cy="371475"/>
          </a:xfrm>
        </p:grpSpPr>
        <p:sp>
          <p:nvSpPr>
            <p:cNvPr id="4" name="Rectángulo 3">
              <a:extLst>
                <a:ext uri="{FF2B5EF4-FFF2-40B4-BE49-F238E27FC236}">
                  <a16:creationId xmlns:a16="http://schemas.microsoft.com/office/drawing/2014/main" id="{50BD5201-9AE6-8818-EAE4-CDC8F2532372}"/>
                </a:ext>
              </a:extLst>
            </p:cNvPr>
            <p:cNvSpPr/>
            <p:nvPr/>
          </p:nvSpPr>
          <p:spPr>
            <a:xfrm>
              <a:off x="0" y="6486525"/>
              <a:ext cx="6096000" cy="371475"/>
            </a:xfrm>
            <a:prstGeom prst="rect">
              <a:avLst/>
            </a:prstGeom>
            <a:solidFill>
              <a:srgbClr val="0B4F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ángulo 5">
              <a:extLst>
                <a:ext uri="{FF2B5EF4-FFF2-40B4-BE49-F238E27FC236}">
                  <a16:creationId xmlns:a16="http://schemas.microsoft.com/office/drawing/2014/main" id="{062B46C6-4A5A-2797-07E7-0167EB1A9661}"/>
                </a:ext>
              </a:extLst>
            </p:cNvPr>
            <p:cNvSpPr/>
            <p:nvPr/>
          </p:nvSpPr>
          <p:spPr>
            <a:xfrm>
              <a:off x="6096000" y="6486525"/>
              <a:ext cx="6096000" cy="371475"/>
            </a:xfrm>
            <a:prstGeom prst="rect">
              <a:avLst/>
            </a:prstGeom>
            <a:solidFill>
              <a:srgbClr val="7B5F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 name="Imagen 1">
            <a:extLst>
              <a:ext uri="{FF2B5EF4-FFF2-40B4-BE49-F238E27FC236}">
                <a16:creationId xmlns:a16="http://schemas.microsoft.com/office/drawing/2014/main" id="{E9E8EE50-ABB9-7D6B-40C0-D86B1B740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3836" y="64456"/>
            <a:ext cx="1618164" cy="461487"/>
          </a:xfrm>
          <a:prstGeom prst="rect">
            <a:avLst/>
          </a:prstGeom>
        </p:spPr>
      </p:pic>
      <p:sp>
        <p:nvSpPr>
          <p:cNvPr id="11" name="Título 6">
            <a:extLst>
              <a:ext uri="{FF2B5EF4-FFF2-40B4-BE49-F238E27FC236}">
                <a16:creationId xmlns:a16="http://schemas.microsoft.com/office/drawing/2014/main" id="{2F34452D-B498-D925-033A-0998328A308A}"/>
              </a:ext>
            </a:extLst>
          </p:cNvPr>
          <p:cNvSpPr txBox="1">
            <a:spLocks/>
          </p:cNvSpPr>
          <p:nvPr/>
        </p:nvSpPr>
        <p:spPr>
          <a:xfrm>
            <a:off x="763023" y="525943"/>
            <a:ext cx="1495361" cy="539697"/>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O" sz="3500" b="1" kern="0" spc="-170" dirty="0">
                <a:solidFill>
                  <a:srgbClr val="00A2FF">
                    <a:hueOff val="114395"/>
                    <a:lumOff val="-24975"/>
                  </a:srgbClr>
                </a:solidFill>
                <a:latin typeface="Helvetica Neue"/>
                <a:sym typeface="Helvetica Neue"/>
              </a:rPr>
              <a:t>Visual</a:t>
            </a:r>
            <a:endParaRPr lang="en-GB" sz="3500" b="1" dirty="0">
              <a:latin typeface="Montserrat SemiBold" pitchFamily="2" charset="0"/>
            </a:endParaRPr>
          </a:p>
        </p:txBody>
      </p:sp>
      <p:pic>
        <p:nvPicPr>
          <p:cNvPr id="13" name="Imagen 12">
            <a:extLst>
              <a:ext uri="{FF2B5EF4-FFF2-40B4-BE49-F238E27FC236}">
                <a16:creationId xmlns:a16="http://schemas.microsoft.com/office/drawing/2014/main" id="{02377C55-710B-DA7C-8E3C-6B1951DE9F25}"/>
              </a:ext>
            </a:extLst>
          </p:cNvPr>
          <p:cNvPicPr>
            <a:picLocks noChangeAspect="1"/>
          </p:cNvPicPr>
          <p:nvPr/>
        </p:nvPicPr>
        <p:blipFill>
          <a:blip r:embed="rId3"/>
          <a:srcRect l="22896" t="15481" r="25480" b="8869"/>
          <a:stretch>
            <a:fillRect/>
          </a:stretch>
        </p:blipFill>
        <p:spPr>
          <a:xfrm>
            <a:off x="1012593" y="1172151"/>
            <a:ext cx="3234152" cy="2740943"/>
          </a:xfrm>
          <a:prstGeom prst="rect">
            <a:avLst/>
          </a:prstGeom>
        </p:spPr>
      </p:pic>
      <p:pic>
        <p:nvPicPr>
          <p:cNvPr id="15" name="Imagen 14">
            <a:extLst>
              <a:ext uri="{FF2B5EF4-FFF2-40B4-BE49-F238E27FC236}">
                <a16:creationId xmlns:a16="http://schemas.microsoft.com/office/drawing/2014/main" id="{69BA6648-8DF2-E667-CD81-5E8C63F3DFE3}"/>
              </a:ext>
            </a:extLst>
          </p:cNvPr>
          <p:cNvPicPr>
            <a:picLocks noChangeAspect="1"/>
          </p:cNvPicPr>
          <p:nvPr/>
        </p:nvPicPr>
        <p:blipFill>
          <a:blip r:embed="rId4"/>
          <a:stretch>
            <a:fillRect/>
          </a:stretch>
        </p:blipFill>
        <p:spPr>
          <a:xfrm>
            <a:off x="4778981" y="1172151"/>
            <a:ext cx="2583284" cy="2740943"/>
          </a:xfrm>
          <a:prstGeom prst="rect">
            <a:avLst/>
          </a:prstGeom>
        </p:spPr>
      </p:pic>
      <p:pic>
        <p:nvPicPr>
          <p:cNvPr id="17" name="Imagen 16">
            <a:extLst>
              <a:ext uri="{FF2B5EF4-FFF2-40B4-BE49-F238E27FC236}">
                <a16:creationId xmlns:a16="http://schemas.microsoft.com/office/drawing/2014/main" id="{08C533B5-D491-6808-439D-EB16F44DECE6}"/>
              </a:ext>
            </a:extLst>
          </p:cNvPr>
          <p:cNvPicPr>
            <a:picLocks noChangeAspect="1"/>
          </p:cNvPicPr>
          <p:nvPr/>
        </p:nvPicPr>
        <p:blipFill>
          <a:blip r:embed="rId5"/>
          <a:srcRect l="3924" r="2424"/>
          <a:stretch>
            <a:fillRect/>
          </a:stretch>
        </p:blipFill>
        <p:spPr>
          <a:xfrm>
            <a:off x="1012593" y="4019605"/>
            <a:ext cx="3234152" cy="2339408"/>
          </a:xfrm>
          <a:prstGeom prst="rect">
            <a:avLst/>
          </a:prstGeom>
        </p:spPr>
      </p:pic>
      <p:pic>
        <p:nvPicPr>
          <p:cNvPr id="19" name="Imagen 18">
            <a:extLst>
              <a:ext uri="{FF2B5EF4-FFF2-40B4-BE49-F238E27FC236}">
                <a16:creationId xmlns:a16="http://schemas.microsoft.com/office/drawing/2014/main" id="{087F6FC5-948B-9129-4DB6-FD7F23811233}"/>
              </a:ext>
            </a:extLst>
          </p:cNvPr>
          <p:cNvPicPr>
            <a:picLocks noChangeAspect="1"/>
          </p:cNvPicPr>
          <p:nvPr/>
        </p:nvPicPr>
        <p:blipFill>
          <a:blip r:embed="rId6"/>
          <a:srcRect t="4358"/>
          <a:stretch>
            <a:fillRect/>
          </a:stretch>
        </p:blipFill>
        <p:spPr>
          <a:xfrm>
            <a:off x="7912749" y="1172151"/>
            <a:ext cx="2572467" cy="2740943"/>
          </a:xfrm>
          <a:prstGeom prst="rect">
            <a:avLst/>
          </a:prstGeom>
        </p:spPr>
      </p:pic>
      <p:pic>
        <p:nvPicPr>
          <p:cNvPr id="21" name="Imagen 20">
            <a:extLst>
              <a:ext uri="{FF2B5EF4-FFF2-40B4-BE49-F238E27FC236}">
                <a16:creationId xmlns:a16="http://schemas.microsoft.com/office/drawing/2014/main" id="{6FB3810E-B4CA-902F-AFDC-493FE0DC8D87}"/>
              </a:ext>
            </a:extLst>
          </p:cNvPr>
          <p:cNvPicPr>
            <a:picLocks noChangeAspect="1"/>
          </p:cNvPicPr>
          <p:nvPr/>
        </p:nvPicPr>
        <p:blipFill>
          <a:blip r:embed="rId7"/>
          <a:stretch>
            <a:fillRect/>
          </a:stretch>
        </p:blipFill>
        <p:spPr>
          <a:xfrm>
            <a:off x="4778982" y="4019605"/>
            <a:ext cx="2583284" cy="2266611"/>
          </a:xfrm>
          <a:prstGeom prst="rect">
            <a:avLst/>
          </a:prstGeom>
        </p:spPr>
      </p:pic>
      <p:pic>
        <p:nvPicPr>
          <p:cNvPr id="23" name="Imagen 22">
            <a:extLst>
              <a:ext uri="{FF2B5EF4-FFF2-40B4-BE49-F238E27FC236}">
                <a16:creationId xmlns:a16="http://schemas.microsoft.com/office/drawing/2014/main" id="{58F2A49D-6947-A918-B734-4DBB95297CFA}"/>
              </a:ext>
            </a:extLst>
          </p:cNvPr>
          <p:cNvPicPr>
            <a:picLocks noChangeAspect="1"/>
          </p:cNvPicPr>
          <p:nvPr/>
        </p:nvPicPr>
        <p:blipFill>
          <a:blip r:embed="rId8"/>
          <a:srcRect l="16127"/>
          <a:stretch>
            <a:fillRect/>
          </a:stretch>
        </p:blipFill>
        <p:spPr>
          <a:xfrm>
            <a:off x="7912748" y="4019605"/>
            <a:ext cx="2572467" cy="2266611"/>
          </a:xfrm>
          <a:prstGeom prst="rect">
            <a:avLst/>
          </a:prstGeom>
        </p:spPr>
      </p:pic>
      <p:sp>
        <p:nvSpPr>
          <p:cNvPr id="25" name="CuadroTexto 24">
            <a:extLst>
              <a:ext uri="{FF2B5EF4-FFF2-40B4-BE49-F238E27FC236}">
                <a16:creationId xmlns:a16="http://schemas.microsoft.com/office/drawing/2014/main" id="{D795175D-27B9-C125-B53C-1AB40890C48A}"/>
              </a:ext>
            </a:extLst>
          </p:cNvPr>
          <p:cNvSpPr txBox="1"/>
          <p:nvPr/>
        </p:nvSpPr>
        <p:spPr>
          <a:xfrm>
            <a:off x="11035697" y="4876644"/>
            <a:ext cx="1099001" cy="646331"/>
          </a:xfrm>
          <a:prstGeom prst="rect">
            <a:avLst/>
          </a:prstGeom>
          <a:noFill/>
        </p:spPr>
        <p:txBody>
          <a:bodyPr wrap="square">
            <a:spAutoFit/>
          </a:bodyPr>
          <a:lstStyle/>
          <a:p>
            <a:r>
              <a:rPr lang="es-CO" dirty="0">
                <a:hlinkClick r:id="rId9"/>
              </a:rPr>
              <a:t>Login</a:t>
            </a:r>
            <a:endParaRPr lang="es-CO" dirty="0"/>
          </a:p>
          <a:p>
            <a:endParaRPr lang="es-CO" dirty="0"/>
          </a:p>
        </p:txBody>
      </p:sp>
    </p:spTree>
    <p:extLst>
      <p:ext uri="{BB962C8B-B14F-4D97-AF65-F5344CB8AC3E}">
        <p14:creationId xmlns:p14="http://schemas.microsoft.com/office/powerpoint/2010/main" val="624902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F6C367-E9E1-EB63-BC19-F7EAC8E65777}"/>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BBFE5C2A-31CD-11EE-B089-B51482EAA76F}"/>
              </a:ext>
            </a:extLst>
          </p:cNvPr>
          <p:cNvSpPr>
            <a:spLocks noGrp="1"/>
          </p:cNvSpPr>
          <p:nvPr>
            <p:ph type="ctrTitle"/>
          </p:nvPr>
        </p:nvSpPr>
        <p:spPr>
          <a:xfrm>
            <a:off x="763023" y="525943"/>
            <a:ext cx="6276016" cy="539697"/>
          </a:xfrm>
        </p:spPr>
        <p:txBody>
          <a:bodyPr>
            <a:normAutofit fontScale="90000"/>
          </a:bodyPr>
          <a:lstStyle/>
          <a:p>
            <a:r>
              <a:rPr lang="es-CO" sz="3500" b="1" kern="0" spc="-170" dirty="0">
                <a:solidFill>
                  <a:srgbClr val="00A2FF">
                    <a:hueOff val="114395"/>
                    <a:lumOff val="-24975"/>
                  </a:srgbClr>
                </a:solidFill>
                <a:latin typeface="Helvetica Neue"/>
                <a:sym typeface="Helvetica Neue"/>
              </a:rPr>
              <a:t>Fases y </a:t>
            </a:r>
            <a:r>
              <a:rPr kumimoji="0" lang="es-CO" sz="3500" b="1" i="0" u="none" strike="noStrike" kern="0" cap="none" spc="-170" normalizeH="0" baseline="0" noProof="0" dirty="0">
                <a:ln>
                  <a:noFill/>
                </a:ln>
                <a:solidFill>
                  <a:srgbClr val="00A2FF">
                    <a:hueOff val="114395"/>
                    <a:lumOff val="-24975"/>
                  </a:srgbClr>
                </a:solidFill>
                <a:effectLst/>
                <a:uLnTx/>
                <a:uFillTx/>
                <a:latin typeface="Helvetica Neue"/>
                <a:sym typeface="Helvetica Neue"/>
              </a:rPr>
              <a:t>Metodología de Desarrollo</a:t>
            </a:r>
            <a:endParaRPr lang="en-GB" sz="3500" b="1" dirty="0">
              <a:latin typeface="Montserrat SemiBold" pitchFamily="2" charset="0"/>
            </a:endParaRPr>
          </a:p>
        </p:txBody>
      </p:sp>
      <p:sp>
        <p:nvSpPr>
          <p:cNvPr id="8" name="Subtítulo 7">
            <a:extLst>
              <a:ext uri="{FF2B5EF4-FFF2-40B4-BE49-F238E27FC236}">
                <a16:creationId xmlns:a16="http://schemas.microsoft.com/office/drawing/2014/main" id="{071D569F-7949-7368-05D8-A7FE7BD34997}"/>
              </a:ext>
            </a:extLst>
          </p:cNvPr>
          <p:cNvSpPr>
            <a:spLocks noGrp="1"/>
          </p:cNvSpPr>
          <p:nvPr>
            <p:ph type="subTitle" idx="1"/>
          </p:nvPr>
        </p:nvSpPr>
        <p:spPr>
          <a:xfrm>
            <a:off x="830529" y="1859485"/>
            <a:ext cx="3839662" cy="3608505"/>
          </a:xfrm>
        </p:spPr>
        <p:txBody>
          <a:bodyPr>
            <a:normAutofit/>
          </a:bodyPr>
          <a:lstStyle/>
          <a:p>
            <a:pPr algn="l"/>
            <a:r>
              <a:rPr lang="es-CO" sz="1800" noProof="0" dirty="0"/>
              <a:t>De acuerdo con la ruta de aprendizaje se ha trabajo con Scrum. </a:t>
            </a:r>
          </a:p>
          <a:p>
            <a:pPr algn="l"/>
            <a:r>
              <a:rPr lang="es-CO" sz="1800" dirty="0"/>
              <a:t>A través de esta metodología se ha trabajo en el análisis en conjunto con el cliente, el diseño de la solución, la implementación de los componentes y las pruebas a cada unos de los componentes desarrollados; no solo de cara al cliente, sino también para dar cumplimiento a la lista de chequeo para el tema académico. </a:t>
            </a:r>
            <a:endParaRPr lang="es-CO" sz="1800" noProof="0" dirty="0"/>
          </a:p>
        </p:txBody>
      </p:sp>
      <p:grpSp>
        <p:nvGrpSpPr>
          <p:cNvPr id="5" name="Grupo 4">
            <a:extLst>
              <a:ext uri="{FF2B5EF4-FFF2-40B4-BE49-F238E27FC236}">
                <a16:creationId xmlns:a16="http://schemas.microsoft.com/office/drawing/2014/main" id="{7CCBFBD1-13CB-16C0-91FA-54421EE772D8}"/>
              </a:ext>
            </a:extLst>
          </p:cNvPr>
          <p:cNvGrpSpPr/>
          <p:nvPr/>
        </p:nvGrpSpPr>
        <p:grpSpPr>
          <a:xfrm>
            <a:off x="0" y="6486525"/>
            <a:ext cx="12192000" cy="371475"/>
            <a:chOff x="0" y="6486525"/>
            <a:chExt cx="12192000" cy="371475"/>
          </a:xfrm>
        </p:grpSpPr>
        <p:sp>
          <p:nvSpPr>
            <p:cNvPr id="4" name="Rectángulo 3">
              <a:extLst>
                <a:ext uri="{FF2B5EF4-FFF2-40B4-BE49-F238E27FC236}">
                  <a16:creationId xmlns:a16="http://schemas.microsoft.com/office/drawing/2014/main" id="{6A65F38F-786F-463B-749C-BC448B895FAB}"/>
                </a:ext>
              </a:extLst>
            </p:cNvPr>
            <p:cNvSpPr/>
            <p:nvPr/>
          </p:nvSpPr>
          <p:spPr>
            <a:xfrm>
              <a:off x="0" y="6486525"/>
              <a:ext cx="6096000" cy="371475"/>
            </a:xfrm>
            <a:prstGeom prst="rect">
              <a:avLst/>
            </a:prstGeom>
            <a:solidFill>
              <a:srgbClr val="0B4F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ángulo 5">
              <a:extLst>
                <a:ext uri="{FF2B5EF4-FFF2-40B4-BE49-F238E27FC236}">
                  <a16:creationId xmlns:a16="http://schemas.microsoft.com/office/drawing/2014/main" id="{AC222E99-C6FC-0E9A-0339-E947B9250728}"/>
                </a:ext>
              </a:extLst>
            </p:cNvPr>
            <p:cNvSpPr/>
            <p:nvPr/>
          </p:nvSpPr>
          <p:spPr>
            <a:xfrm>
              <a:off x="6096000" y="6486525"/>
              <a:ext cx="6096000" cy="371475"/>
            </a:xfrm>
            <a:prstGeom prst="rect">
              <a:avLst/>
            </a:prstGeom>
            <a:solidFill>
              <a:srgbClr val="7B5F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9" name="Imagen 8">
            <a:extLst>
              <a:ext uri="{FF2B5EF4-FFF2-40B4-BE49-F238E27FC236}">
                <a16:creationId xmlns:a16="http://schemas.microsoft.com/office/drawing/2014/main" id="{246AECDB-4D30-3D3E-3977-A9112B9DE6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3836" y="64456"/>
            <a:ext cx="1618164" cy="461487"/>
          </a:xfrm>
          <a:prstGeom prst="rect">
            <a:avLst/>
          </a:prstGeom>
        </p:spPr>
      </p:pic>
      <p:pic>
        <p:nvPicPr>
          <p:cNvPr id="3" name="Imagen 2">
            <a:extLst>
              <a:ext uri="{FF2B5EF4-FFF2-40B4-BE49-F238E27FC236}">
                <a16:creationId xmlns:a16="http://schemas.microsoft.com/office/drawing/2014/main" id="{DF5EFAC7-00D4-8F46-DBED-4E0E6DD67328}"/>
              </a:ext>
            </a:extLst>
          </p:cNvPr>
          <p:cNvPicPr>
            <a:picLocks noChangeAspect="1"/>
          </p:cNvPicPr>
          <p:nvPr/>
        </p:nvPicPr>
        <p:blipFill>
          <a:blip r:embed="rId3"/>
          <a:stretch>
            <a:fillRect/>
          </a:stretch>
        </p:blipFill>
        <p:spPr>
          <a:xfrm>
            <a:off x="5277008" y="1847040"/>
            <a:ext cx="6574518" cy="3163920"/>
          </a:xfrm>
          <a:prstGeom prst="rect">
            <a:avLst/>
          </a:prstGeom>
        </p:spPr>
      </p:pic>
    </p:spTree>
    <p:extLst>
      <p:ext uri="{BB962C8B-B14F-4D97-AF65-F5344CB8AC3E}">
        <p14:creationId xmlns:p14="http://schemas.microsoft.com/office/powerpoint/2010/main" val="1137304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4F8A"/>
        </a:solidFill>
        <a:effectLst/>
      </p:bgPr>
    </p:bg>
    <p:spTree>
      <p:nvGrpSpPr>
        <p:cNvPr id="1" name="">
          <a:extLst>
            <a:ext uri="{FF2B5EF4-FFF2-40B4-BE49-F238E27FC236}">
              <a16:creationId xmlns:a16="http://schemas.microsoft.com/office/drawing/2014/main" id="{C8A77D5A-9662-5B17-06E7-B814AB425C31}"/>
            </a:ext>
          </a:extLst>
        </p:cNvPr>
        <p:cNvGrpSpPr/>
        <p:nvPr/>
      </p:nvGrpSpPr>
      <p:grpSpPr>
        <a:xfrm>
          <a:off x="0" y="0"/>
          <a:ext cx="0" cy="0"/>
          <a:chOff x="0" y="0"/>
          <a:chExt cx="0" cy="0"/>
        </a:xfrm>
      </p:grpSpPr>
      <p:pic>
        <p:nvPicPr>
          <p:cNvPr id="3" name="Imagen 2" descr="Logotipo, Icono&#10;&#10;El contenido generado por IA puede ser incorrecto.">
            <a:extLst>
              <a:ext uri="{FF2B5EF4-FFF2-40B4-BE49-F238E27FC236}">
                <a16:creationId xmlns:a16="http://schemas.microsoft.com/office/drawing/2014/main" id="{BE5784E8-FC1F-C953-B1A7-9273257BE7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6268" y="-60738"/>
            <a:ext cx="1169125" cy="1169125"/>
          </a:xfrm>
          <a:prstGeom prst="rect">
            <a:avLst/>
          </a:prstGeom>
        </p:spPr>
      </p:pic>
      <p:sp>
        <p:nvSpPr>
          <p:cNvPr id="2" name="CuadroTexto 1">
            <a:extLst>
              <a:ext uri="{FF2B5EF4-FFF2-40B4-BE49-F238E27FC236}">
                <a16:creationId xmlns:a16="http://schemas.microsoft.com/office/drawing/2014/main" id="{8795F79F-B963-4ADD-2C4B-461F968B872B}"/>
              </a:ext>
            </a:extLst>
          </p:cNvPr>
          <p:cNvSpPr txBox="1"/>
          <p:nvPr/>
        </p:nvSpPr>
        <p:spPr>
          <a:xfrm>
            <a:off x="4824278" y="2598003"/>
            <a:ext cx="2543443" cy="830997"/>
          </a:xfrm>
          <a:prstGeom prst="rect">
            <a:avLst/>
          </a:prstGeom>
          <a:noFill/>
        </p:spPr>
        <p:txBody>
          <a:bodyPr wrap="square" rtlCol="0">
            <a:spAutoFit/>
          </a:bodyPr>
          <a:lstStyle/>
          <a:p>
            <a:r>
              <a:rPr lang="es-CO" sz="4800" b="1" dirty="0">
                <a:solidFill>
                  <a:schemeClr val="bg1"/>
                </a:solidFill>
                <a:latin typeface="Helvetica Neue"/>
              </a:rPr>
              <a:t>Gracias</a:t>
            </a:r>
            <a:endParaRPr lang="es-CO" sz="2800" b="1" dirty="0">
              <a:latin typeface="Helvetica Neue"/>
            </a:endParaRPr>
          </a:p>
        </p:txBody>
      </p:sp>
      <p:sp>
        <p:nvSpPr>
          <p:cNvPr id="4" name="CuadroTexto 3">
            <a:extLst>
              <a:ext uri="{FF2B5EF4-FFF2-40B4-BE49-F238E27FC236}">
                <a16:creationId xmlns:a16="http://schemas.microsoft.com/office/drawing/2014/main" id="{573CF454-5F4D-AF9E-F296-90A65AC1026D}"/>
              </a:ext>
            </a:extLst>
          </p:cNvPr>
          <p:cNvSpPr txBox="1"/>
          <p:nvPr/>
        </p:nvSpPr>
        <p:spPr>
          <a:xfrm>
            <a:off x="613691" y="6075543"/>
            <a:ext cx="1810389" cy="923330"/>
          </a:xfrm>
          <a:prstGeom prst="rect">
            <a:avLst/>
          </a:prstGeom>
          <a:noFill/>
        </p:spPr>
        <p:txBody>
          <a:bodyPr wrap="square" rtlCol="0">
            <a:spAutoFit/>
          </a:bodyPr>
          <a:lstStyle/>
          <a:p>
            <a:r>
              <a:rPr lang="es-CO" dirty="0">
                <a:solidFill>
                  <a:schemeClr val="bg1"/>
                </a:solidFill>
                <a:latin typeface="Aptos (Cuerpo)"/>
              </a:rPr>
              <a:t>3228973 A</a:t>
            </a:r>
          </a:p>
          <a:p>
            <a:r>
              <a:rPr lang="es-CO" dirty="0">
                <a:solidFill>
                  <a:schemeClr val="bg1"/>
                </a:solidFill>
                <a:latin typeface="Aptos (Cuerpo)"/>
              </a:rPr>
              <a:t>2026 - 2</a:t>
            </a:r>
          </a:p>
          <a:p>
            <a:endParaRPr lang="es-CO" dirty="0"/>
          </a:p>
        </p:txBody>
      </p:sp>
    </p:spTree>
    <p:extLst>
      <p:ext uri="{BB962C8B-B14F-4D97-AF65-F5344CB8AC3E}">
        <p14:creationId xmlns:p14="http://schemas.microsoft.com/office/powerpoint/2010/main" val="82804214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1073</TotalTime>
  <Words>288</Words>
  <Application>Microsoft Office PowerPoint</Application>
  <PresentationFormat>Panorámica</PresentationFormat>
  <Paragraphs>14</Paragraphs>
  <Slides>5</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vt:i4>
      </vt:variant>
    </vt:vector>
  </HeadingPairs>
  <TitlesOfParts>
    <vt:vector size="12" baseType="lpstr">
      <vt:lpstr>Aptos</vt:lpstr>
      <vt:lpstr>Aptos (Cuerpo)</vt:lpstr>
      <vt:lpstr>Aptos Display</vt:lpstr>
      <vt:lpstr>Arial</vt:lpstr>
      <vt:lpstr>Helvetica Neue</vt:lpstr>
      <vt:lpstr>Montserrat SemiBold</vt:lpstr>
      <vt:lpstr>Tema de Office</vt:lpstr>
      <vt:lpstr>Presentación de PowerPoint</vt:lpstr>
      <vt:lpstr>Sobre Nosotros</vt:lpstr>
      <vt:lpstr>Presentación de PowerPoint</vt:lpstr>
      <vt:lpstr>Fases y Metodología de Desarrollo</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Carlos Javier Yaya</dc:creator>
  <cp:lastModifiedBy>Carlos Javier Yaya</cp:lastModifiedBy>
  <cp:revision>5</cp:revision>
  <dcterms:created xsi:type="dcterms:W3CDTF">2025-11-13T00:00:55Z</dcterms:created>
  <dcterms:modified xsi:type="dcterms:W3CDTF">2026-06-25T16:05:53Z</dcterms:modified>
</cp:coreProperties>
</file>